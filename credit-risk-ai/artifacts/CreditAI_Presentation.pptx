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Credit Risk &amp; Loan Default Prediction Platform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+ Client Portals with Explainable AI and Live Market Signals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Nikhil Kumar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of CSE (AI &amp; ML), DRK Institute of Science and Technology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AI platform for credit risk and loan default prediction.</a:t>
            </a:r>
            <a:endParaRPr lang="en-US" sz="18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dual-portal system for banks and clients.</a:t>
            </a:r>
            <a:endParaRPr lang="en-US" sz="18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risk scoring with model analytics and feature importance.</a:t>
            </a:r>
            <a:endParaRPr lang="en-US" sz="18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 analysis using DTI and EMI capacity.</a:t>
            </a:r>
            <a:endParaRPr lang="en-US" sz="18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stock holdings integrated into client creditworthiness.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requires fast, transparent, and accurate risk assessment.</a:t>
            </a:r>
            <a:endParaRPr lang="en-US" sz="18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rule-based scores are static and opaque.</a:t>
            </a:r>
            <a:endParaRPr lang="en-US" sz="18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enables richer signals and explainability.</a:t>
            </a:r>
            <a:endParaRPr lang="en-US" sz="18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CreditAI provides real-time risk evaluation with human-readable insights.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risk evaluation needs to balance accuracy, speed, and transparency.</a:t>
            </a:r>
            <a:endParaRPr lang="en-US" sz="18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 affordability is dynamic and influenced by assets and expenses.</a:t>
            </a:r>
            <a:endParaRPr lang="en-US" sz="18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need dashboards for both institutional and client views.</a:t>
            </a:r>
            <a:endParaRPr lang="en-US" sz="18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deliver a practical, explainable AI system for lending decisions.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&amp; Limitations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credit scores ignore real-time financial context.</a:t>
            </a:r>
            <a:endParaRPr lang="en-US" sz="18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models reduce trust and auditability.</a:t>
            </a:r>
            <a:endParaRPr lang="en-US" sz="18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integration of alternative assets (e.g., stocks).</a:t>
            </a:r>
            <a:endParaRPr lang="en-US" sz="18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 often lacks client-facing transparency.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ML pipeline with engineered financial features.</a:t>
            </a:r>
            <a:endParaRPr lang="en-US" sz="18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risk scoring and model analytics dashboard.</a:t>
            </a:r>
            <a:endParaRPr lang="en-US" sz="18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with role-based navigation (Bank / Client).</a:t>
            </a:r>
            <a:endParaRPr lang="en-US" sz="18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 for eligibility estimation and live stock valuation.</a:t>
            </a:r>
            <a:endParaRPr lang="en-US" sz="18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Watch page for real-time stock changes.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Interface (Bank Dashboard)</a:t>
            </a:r>
            <a:endParaRPr lang="en-US" sz="3000" dirty="0"/>
          </a:p>
        </p:txBody>
      </p:sp>
      <p:pic>
        <p:nvPicPr>
          <p:cNvPr id="3" name="Image 0" descr="F:/pen/images/Screenshot 2026-03-16 2042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1106424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 &amp; Stock Holdings</a:t>
            </a:r>
            <a:endParaRPr lang="en-US" sz="3000" dirty="0"/>
          </a:p>
        </p:txBody>
      </p:sp>
      <p:pic>
        <p:nvPicPr>
          <p:cNvPr id="3" name="Image 0" descr="F:/pen/images/Screenshot 2026-03-16 2039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1106424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Watch</a:t>
            </a:r>
            <a:endParaRPr lang="en-US" sz="3000" dirty="0"/>
          </a:p>
        </p:txBody>
      </p:sp>
      <p:pic>
        <p:nvPicPr>
          <p:cNvPr id="3" name="Image 0" descr="F:/pen/images/Screenshot 2026-03-16 20405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1106424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Breakdown</a:t>
            </a:r>
            <a:endParaRPr lang="en-US" sz="3000" dirty="0"/>
          </a:p>
        </p:txBody>
      </p:sp>
      <p:pic>
        <p:nvPicPr>
          <p:cNvPr id="3" name="Image 0" descr="F:/pen/images/Screenshot 2026-03-16 20415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1106424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Evaluation (Bank)</a:t>
            </a:r>
            <a:endParaRPr lang="en-US" sz="3000" dirty="0"/>
          </a:p>
        </p:txBody>
      </p:sp>
      <p:pic>
        <p:nvPicPr>
          <p:cNvPr id="3" name="Image 0" descr="F:/pen/images/Screenshot 2026-03-16 2043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1106424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Analytics</a:t>
            </a:r>
            <a:endParaRPr lang="en-US" sz="3000" dirty="0"/>
          </a:p>
        </p:txBody>
      </p:sp>
      <p:pic>
        <p:nvPicPr>
          <p:cNvPr id="3" name="Image 0" descr="F:/pen/images/Screenshot 2026-03-16 20425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1106424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3000" dirty="0"/>
          </a:p>
        </p:txBody>
      </p:sp>
      <p:pic>
        <p:nvPicPr>
          <p:cNvPr id="3" name="Image 0" descr="F:/pen/images/Screenshot 2026-03-16 2043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1106424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Output &amp; Recommendation</a:t>
            </a:r>
            <a:endParaRPr lang="en-US" sz="3000" dirty="0"/>
          </a:p>
        </p:txBody>
      </p:sp>
      <p:pic>
        <p:nvPicPr>
          <p:cNvPr id="3" name="Image 0" descr="F:/pen/images/Screenshot 2026-03-16 1040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1106424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Logistic Regression.</a:t>
            </a:r>
            <a:endParaRPr lang="en-US" sz="18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Regression: Acc 0.740, ROC-AUC 0.788, Precision 0.114, Recall 0.685</a:t>
            </a:r>
            <a:endParaRPr lang="en-US" sz="18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Acc 0.935, ROC-AUC 0.767, Precision 0.218, Recall 0.153</a:t>
            </a:r>
            <a:endParaRPr lang="en-US" sz="18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XGBoost: Acc 0.950, ROC-AUC 0.743, Precision 0.167, Recall 0.018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CreditAI delivers fast, explainable loan risk assessment.</a:t>
            </a:r>
            <a:endParaRPr lang="en-US" sz="18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Dual-portal design supports banks and clients with tailored views.</a:t>
            </a:r>
            <a:endParaRPr lang="en-US" sz="18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stock assets improve affordability estimation.</a:t>
            </a:r>
            <a:endParaRPr lang="en-US" sz="18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is extensible for bureau data and advanced calibration.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Institution-specific policy calibration and model governance.</a:t>
            </a:r>
            <a:endParaRPr lang="en-US" sz="18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of bureau scores and cash-flow analytics.</a:t>
            </a:r>
            <a:endParaRPr lang="en-US" sz="18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market watch coverage and alternative assets.</a:t>
            </a:r>
            <a:endParaRPr lang="en-US" sz="18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model cards and audit-ready reporting.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81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2026-03-16T16:17:09Z</dcterms:created>
  <dcterms:modified xsi:type="dcterms:W3CDTF">2026-03-16T16:17:09Z</dcterms:modified>
</cp:coreProperties>
</file>